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0">
                <a:solidFill>
                  <a:srgbClr val="FFFFFF"/>
                </a:solidFill>
                <a:latin typeface="Segoe UI"/>
              </a:defRPr>
            </a:pPr>
            <a: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ChronoTable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8BDF8"/>
                </a:solidFill>
                <a:latin typeface="Segoe UI"/>
              </a:defRPr>
            </a:pPr>
            <a:r>
              <a:t>Intelligent College Timetable Generator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566160"/>
            <a:ext cx="21031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AI-powered scheduling with Genetic Algorithm &amp; Constraint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Project Presentation  • 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77840"/>
            <a:ext cx="1051560" cy="3200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55961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  <a:latin typeface="Segoe UI"/>
              </a:defRPr>
            </a:pPr>
            <a:r>
              <a:t>Next.js 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5577840"/>
            <a:ext cx="1051560" cy="3200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55961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  <a:latin typeface="Segoe UI"/>
              </a:defRPr>
            </a:pPr>
            <a:r>
              <a:t>Express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577840"/>
            <a:ext cx="1051560" cy="3200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5961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5577840"/>
            <a:ext cx="1051560" cy="3200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55961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577840"/>
            <a:ext cx="1051560" cy="3200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5961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  <a:latin typeface="Segoe UI"/>
              </a:defRPr>
            </a:pPr>
            <a:r>
              <a:t>Prisma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5577840"/>
            <a:ext cx="1051560" cy="3200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55961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  <a:latin typeface="Segoe UI"/>
              </a:defRPr>
            </a:pPr>
            <a:r>
              <a:t>Genetic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✗  Manual timetable creation takes days of tedious work each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848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✗  Frequent scheduling conflicts — teacher double-bookings &amp; room clashes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2374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✗  Difficult to balance teacher workloads fairly across the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6265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✗  Lab sessions require consecutive slots — hard to manage manually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✗  No centralized system for managing constraints &amp; preferences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✗  Changes cascade into new conflicts, requiring full rework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754880"/>
            <a:ext cx="10332720" cy="10972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8920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DE80"/>
                </a:solidFill>
                <a:latin typeface="Segoe UI"/>
              </a:defRPr>
            </a:pPr>
            <a:r>
              <a:t>💡 Need: An intelligent, automated system that generates conflict-free, optimized timetables in seconds while respecting all institutional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Hybrid Genetic Algorithm + CSP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56231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Combines evolutionary optimization with constraint backtracking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Full Academic Data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33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CRUD for departments, teachers, subjects, rooms, batches, time slots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18 Constraint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107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Teacher, Subject, Room, Batch, and Global constraints with priority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Multi-View Timetable 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87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View by Batch, Teacher, or Room with color-coded grids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Analytics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65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Workload distribution, room utilization, AI-powered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Multi-Format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7424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CSV, JSON, HTML, and Print-ready timetable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41148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73736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Next.js 14 (React)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ShadCN UI Components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554480"/>
            <a:ext cx="2560320" cy="41148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1737360"/>
            <a:ext cx="20116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Node.js + 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63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JWT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RESTful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2560320" cy="41148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737360"/>
            <a:ext cx="20116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PostgreSQL /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063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Prisma 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11 Data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Migration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554480"/>
            <a:ext cx="2560320" cy="41148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737360"/>
            <a:ext cx="20116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Genetic Algorithm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063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CSP + Backtracking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Conflict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Population Evolution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Frontend — Next.js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03120"/>
            <a:ext cx="11430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21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Landing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103120"/>
            <a:ext cx="11430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2121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03120"/>
            <a:ext cx="11430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21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103120"/>
            <a:ext cx="11430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121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Data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03120"/>
            <a:ext cx="11430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21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103120"/>
            <a:ext cx="11430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121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Generate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103120"/>
            <a:ext cx="11430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121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Timetable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103120"/>
            <a:ext cx="11430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121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Tailwind CSS + ShadCN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  <a:latin typeface="Segoe UI"/>
              </a:defRPr>
            </a:pPr>
            <a:r>
              <a:t>▼  REST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474720"/>
            <a:ext cx="10332720" cy="12801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Backend — Express + TypeScript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931920"/>
            <a:ext cx="16002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Auth 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3931920"/>
            <a:ext cx="16002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CRUD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931920"/>
            <a:ext cx="16002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Schedule Generation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931920"/>
            <a:ext cx="16002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3931920"/>
            <a:ext cx="16002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Constraint Validator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20" y="3931920"/>
            <a:ext cx="1600200" cy="32004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6920" y="39502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Genetic Algorithm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Prisma ORM + JWT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▼  Prisma 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303520"/>
            <a:ext cx="10332720" cy="10972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Database — PostgreSQL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9456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456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departments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semesters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teachers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208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subjects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rooms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2376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376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batches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time_slots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3544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3544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constraints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41280" y="5760720"/>
            <a:ext cx="914400" cy="274320"/>
          </a:xfrm>
          <a:prstGeom prst="round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4128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schedules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Database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11 interconnected models managed via Prisma ORM with full relational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id, email, password, name, role, teacherId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id, name, code → teachers, subjects, batches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id, name, email, departmentId, maxLecturesDay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Subject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id, name, code, isLab, labDuration, lecturesPerWeek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49039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7947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7185"/>
                </a:solidFill>
                <a:latin typeface="Segoe UI"/>
              </a:defRPr>
            </a:pPr>
            <a:r>
              <a:t>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id, name, type (CLASSROOM|LAB), capacity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49039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id, name, departmentId, semesterId, studentCount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63440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09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TimeSlot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dayOfWeek, slotIndex, startTime, endTime, isBreak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663440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709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Constraint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type (18 types), priority, parameters (JSON)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577840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6235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943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semesterId, status, fitnessScore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577840"/>
            <a:ext cx="5029200" cy="77724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6235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7185"/>
                </a:solidFill>
                <a:latin typeface="Segoe UI"/>
              </a:defRPr>
            </a:pPr>
            <a:r>
              <a:t>ScheduleEntry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943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scheduleId, subjectId, teacherId, roomId, batchId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Scheduling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Hybrid Genetic Algorithm + Constraint Satisfaction Problem (CSP) Solver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737360" cy="2560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34440" y="2148840"/>
            <a:ext cx="54864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Build</a:t>
            </a:r>
            <a:br/>
            <a:r>
              <a:t>Allocations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Map batch → subjects → teachers</a:t>
            </a:r>
            <a:br/>
            <a:r>
              <a:t>Determine lecture 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011680"/>
            <a:ext cx="1737360" cy="2560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54679" y="2148840"/>
            <a:ext cx="548640" cy="5486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880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Initialize</a:t>
            </a:r>
            <a:br/>
            <a:r>
              <a:t>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34747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CSP backtracking + random</a:t>
            </a:r>
            <a:br/>
            <a:r>
              <a:t>N=50 chromosomes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011680"/>
            <a:ext cx="1737360" cy="2560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4920" y="2148840"/>
            <a:ext cx="548640" cy="5486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80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Evaluate</a:t>
            </a:r>
            <a:br/>
            <a:r>
              <a:t>Fitness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4747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Score based on constraint</a:t>
            </a:r>
            <a:br/>
            <a:r>
              <a:t>violations &amp; penalties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11680"/>
            <a:ext cx="1737360" cy="2560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95160" y="2148840"/>
            <a:ext cx="548640" cy="548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80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Evolve</a:t>
            </a:r>
            <a:br/>
            <a:r>
              <a:t>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747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Tournament selection →</a:t>
            </a:r>
            <a:br/>
            <a:r>
              <a:t>Crossover → Mutation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011680"/>
            <a:ext cx="1737360" cy="2560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2148840"/>
            <a:ext cx="548640" cy="548640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880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Elitism &amp;</a:t>
            </a:r>
            <a:br/>
            <a:r>
              <a:t>Converge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4747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Preserve top 10%</a:t>
            </a:r>
            <a:br/>
            <a:r>
              <a:t>200 generations max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2011680"/>
            <a:ext cx="1737360" cy="25603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35640" y="2148840"/>
            <a:ext cx="548640" cy="5486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3564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2880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  <a:br/>
            <a:r>
              <a:t>Schedule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34747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Return best chromosome</a:t>
            </a:r>
            <a:br/>
            <a:r>
              <a:t>as schedule entries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Constraint Penalties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Teacher/Room double-booking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7185"/>
                </a:solidFill>
                <a:latin typeface="Segoe UI"/>
              </a:defRPr>
            </a:pPr>
            <a:r>
              <a:t>Hard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Batch overlap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7185"/>
                </a:solidFill>
                <a:latin typeface="Segoe UI"/>
              </a:defRPr>
            </a:pPr>
            <a:r>
              <a:t>Hard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Lab in non-lab room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Teacher overload/day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50×extra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6217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Workload imbalance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5×σ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Soft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Constraint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18 constraint types across 5 categories with configurable priority levels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103120" cy="34747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2103120"/>
            <a:ext cx="15544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Max Lectures/Day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Preferred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No Early Morning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20240"/>
            <a:ext cx="2103120" cy="34747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2103120"/>
            <a:ext cx="15544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Subject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Consecutive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37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Before 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Repetition Limit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920240"/>
            <a:ext cx="2103120" cy="34747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94959" y="2103120"/>
            <a:ext cx="15544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Lab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337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Capacity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Department Specific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920240"/>
            <a:ext cx="2103120" cy="34747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2103120"/>
            <a:ext cx="15544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BBF24"/>
                </a:solidFill>
                <a:latin typeface="Segoe UI"/>
              </a:defRPr>
            </a:pPr>
            <a:r>
              <a:t>Batch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No Overlap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3337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Max Lectures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Mandatory Break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920240"/>
            <a:ext cx="2103120" cy="347472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2103120"/>
            <a:ext cx="1554480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19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B7185"/>
                </a:solidFill>
                <a:latin typeface="Segoe UI"/>
              </a:defRPr>
            </a:pPr>
            <a:r>
              <a:t>Global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2926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No Teacher Conflict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3337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No Room Conflict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3749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Balanced Workload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19" y="4160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•  No Heavy Consecutive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Priority Levels: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0" y="5669280"/>
            <a:ext cx="1828800" cy="3657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7185"/>
                </a:solidFill>
                <a:latin typeface="Segoe UI"/>
              </a:defRPr>
            </a:pPr>
            <a:r>
              <a:t>MANDATORY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5669280"/>
            <a:ext cx="1828800" cy="3657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80960" y="5669280"/>
            <a:ext cx="1828800" cy="3657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MEDIUM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92640" y="5669280"/>
            <a:ext cx="1828800" cy="3657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73736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Data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Full CRUD for all academic entities</a:t>
            </a:r>
            <a:br/>
            <a:r>
              <a:t>Departments, Teachers, Subjects, Rooms, Batches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79" y="1737360"/>
            <a:ext cx="1371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Smart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Sub-3-second generation for typical loads</a:t>
            </a:r>
            <a:br/>
            <a:r>
              <a:t>Configurable algorithm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1737360"/>
            <a:ext cx="13716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Multi-View Timetable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by Batch, Teacher, or Room</a:t>
            </a:r>
            <a:br/>
            <a:r>
              <a:t>Color-coded grid with lab badges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206240"/>
            <a:ext cx="1371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Export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CSV, JSON, HTML, and Print formats</a:t>
            </a:r>
            <a:br/>
            <a:r>
              <a:t>Beautiful standalone HTML with dark theme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02336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79" y="4206240"/>
            <a:ext cx="1371600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Analytics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Teacher workload &amp; room utilization charts</a:t>
            </a:r>
            <a:br/>
            <a:r>
              <a:t>AI-powered scheduling insights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20" y="420624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JWT-based auth with Admin &amp; Faculty roles</a:t>
            </a:r>
            <a:br/>
            <a:r>
              <a:t>Protected API endpoints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REST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72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10332720" cy="347472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29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/api/auth/login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29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 authentication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59152"/>
            <a:ext cx="103327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/api/auth/register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 registration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706624"/>
            <a:ext cx="10332720" cy="347472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724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/api/departments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24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Department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054096"/>
            <a:ext cx="103327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0723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CRUD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0723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/api/teachers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0723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Teacher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401568"/>
            <a:ext cx="10332720" cy="347472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19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419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/api/subjects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4198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Subject management (with teacher assignments)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749039"/>
            <a:ext cx="103327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76732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CRUD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7673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/api/rooms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7673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Room management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096512"/>
            <a:ext cx="10332720" cy="347472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CRUD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/api/batches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Batch management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443984"/>
            <a:ext cx="103327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4462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CRUD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/api/time-slots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Time slot management + bulk create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791456"/>
            <a:ext cx="10332720" cy="347472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809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CRUD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809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/api/constraints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809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Scheduling constraint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5138928"/>
            <a:ext cx="103327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1572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5157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/api/schedules/generate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157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Generate optimized timetable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486400"/>
            <a:ext cx="10332720" cy="347472"/>
          </a:xfrm>
          <a:prstGeom prst="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504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504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/api/schedules/:id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504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Get schedule with entries (batch/teacher/room view)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5833872"/>
            <a:ext cx="103327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0" y="58521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5852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/api/analytics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852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Analytics data &amp;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22860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&lt; 3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Generation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For typical college workloads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54480"/>
            <a:ext cx="2560320" cy="22860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Segoe UI"/>
              </a:defRPr>
            </a:pPr>
            <a:r>
              <a:t>99+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Fitness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Near-perfect constraint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560320" cy="22860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7185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Hard Conflicts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Zero teacher/room/batch clashes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2560320" cy="228600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Constraint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Comprehensive rule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Key Achievements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663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✓  Conflict-free schedules generated consistently with genetic algorithm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109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✓  Lab sessions correctly allocated to consecutive slots in appropriate lab rooms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58383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✓  Balanced teacher workloads across the week using standard deviation minimization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0585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✓  Real-time analytics with AI-powered insights for schedule quality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053327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✓  Multi-format export (CSV, JSON, HTML, Print) for institutional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400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✓  Role-based access control with JWT authentication for Admin and Faculty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51560"/>
            <a:ext cx="22860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73736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AI Enhancement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Deep learning-based preference prediction</a:t>
            </a:r>
            <a:br/>
            <a:r>
              <a:t>and adaptive constraint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79" y="1737360"/>
            <a:ext cx="1371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React Native companion app for</a:t>
            </a:r>
            <a:br/>
            <a:r>
              <a:t>teachers to view schedules on-the-go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1737360"/>
            <a:ext cx="13716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Real-time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68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WebSocket-based live updates when</a:t>
            </a:r>
            <a:br/>
            <a:r>
              <a:t>schedules are modified or published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206240"/>
            <a:ext cx="1371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Multi-Campus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Support for multi-campus institutions</a:t>
            </a:r>
            <a:br/>
            <a:r>
              <a:t>with shared resource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02336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79" y="4206240"/>
            <a:ext cx="1371600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Email/SMS alerts for schedule changes</a:t>
            </a:r>
            <a:br/>
            <a:r>
              <a:t>and automated reminders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3920" y="420624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LMS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Connect with Moodle, Canvas, and other</a:t>
            </a:r>
            <a:br/>
            <a:r>
              <a:t>Learning Management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651760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Segoe UI"/>
              </a:defRPr>
            </a:pPr>
            <a:r>
              <a:t>ChronoTable — Intelligent College Timetable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754880"/>
            <a:ext cx="4846320" cy="1097280"/>
          </a:xfrm>
          <a:prstGeom prst="roundRect">
            <a:avLst/>
          </a:prstGeom>
          <a:solidFill>
            <a:srgbClr val="1A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4892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🔗  github.com/chronotable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52578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📧  admin@college.edu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